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7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0" Type="http://schemas.openxmlformats.org/officeDocument/2006/relationships/tableStyles" Target="tableStyles.xml"/>  <Relationship Id="rId9" Type="http://schemas.openxmlformats.org/officeDocument/2006/relationships/theme" Target="theme/theme1.xml"/>  <Relationship Id="rId8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32682" y="0"/>
            <a:ext cx="1192028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02156" y="0"/>
            <a:ext cx="11981337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3284" y="0"/>
            <a:ext cx="12159082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8017"/>
            <a:ext cx="12185650" cy="68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6976" y="0"/>
            <a:ext cx="12131697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